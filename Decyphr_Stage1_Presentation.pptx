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Decyphr</a:t>
            </a:r>
          </a:p>
          <a:p>
            <a:r>
              <a:t>Automated Deep Data Analysis &amp; Visualization Toolkit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- Stage 1 Evaluation</a:t>
            </a:r>
          </a:p>
          <a:p/>
          <a:p>
            <a:r>
              <a:t>Presented By:</a:t>
            </a:r>
          </a:p>
          <a:p>
            <a:r>
              <a:t>[Group Members]</a:t>
            </a:r>
          </a:p>
          <a:p/>
          <a:p>
            <a:r>
              <a:t>Supervisor: [Name]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Context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009999"/>
                </a:solidFill>
              </a:defRPr>
            </a:pPr>
            <a:r>
              <a:t>"Data is abundant, but insights are expensive."</a:t>
            </a:r>
          </a:p>
          <a:p>
            <a:pPr>
              <a:defRPr b="1"/>
            </a:pPr>
            <a:r>
              <a:t>The Reality: Modern organizations are drowning in data.</a:t>
            </a:r>
          </a:p>
          <a:p>
            <a:pPr>
              <a:defRPr b="1"/>
            </a:pPr>
            <a:r>
              <a:t>The Statistic: Data Scientists spend 60%–80% of their time just cleaning and organizing data (CrowdFlower, Forbes).</a:t>
            </a:r>
          </a:p>
          <a:p>
            <a:pPr>
              <a:defRPr b="1"/>
            </a:pPr>
            <a:r>
              <a:t>The Need: A bridge between raw data and decision-ready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Core Issues with Traditional EDA:</a:t>
            </a:r>
          </a:p>
          <a:p>
            <a:pPr>
              <a:defRPr b="1">
                <a:solidFill>
                  <a:srgbClr val="009999"/>
                </a:solidFill>
              </a:defRPr>
            </a:pPr>
            <a:r>
              <a:t>Inefficiency &amp; Repetition: </a:t>
            </a:r>
            <a:r>
              <a:rPr b="0">
                <a:solidFill>
                  <a:srgbClr val="323232"/>
                </a:solidFill>
              </a:rPr>
              <a:t>Writing boilerplate code (Pandas, Matplotlib) for every new dataset exploits high-value human capital.</a:t>
            </a:r>
          </a:p>
          <a:p>
            <a:pPr>
              <a:defRPr b="1">
                <a:solidFill>
                  <a:srgbClr val="009999"/>
                </a:solidFill>
              </a:defRPr>
            </a:pPr>
            <a:r>
              <a:t>Inconsistency: </a:t>
            </a:r>
            <a:r>
              <a:rPr b="0">
                <a:solidFill>
                  <a:srgbClr val="323232"/>
                </a:solidFill>
              </a:rPr>
              <a:t>Quality varies widely; critical steps (normality tests, missing value analysis) often skipped due to time pressure.</a:t>
            </a:r>
          </a:p>
          <a:p>
            <a:pPr>
              <a:defRPr b="1">
                <a:solidFill>
                  <a:srgbClr val="009999"/>
                </a:solidFill>
              </a:defRPr>
            </a:pPr>
            <a:r>
              <a:t>Superficiality: </a:t>
            </a:r>
            <a:r>
              <a:rPr b="0">
                <a:solidFill>
                  <a:srgbClr val="323232"/>
                </a:solidFill>
              </a:rPr>
              <a:t>Manual analysis often sticks to basic plots, missing complex, non-linear relationships.</a:t>
            </a:r>
          </a:p>
          <a:p>
            <a:pPr>
              <a:defRPr b="1">
                <a:solidFill>
                  <a:srgbClr val="009999"/>
                </a:solidFill>
              </a:defRPr>
            </a:pPr>
            <a:r>
              <a:t>Integration Gap: </a:t>
            </a:r>
            <a:r>
              <a:rPr b="0">
                <a:solidFill>
                  <a:srgbClr val="323232"/>
                </a:solidFill>
              </a:rPr>
              <a:t>Analysis scattered across notebooks, hard to share with non-technical stakeholders.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Solution: Decyphr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Concept: Intelligent toolkit automating the end-to-end EDA pipeline.</a:t>
            </a:r>
          </a:p>
          <a:p>
            <a:pPr>
              <a:defRPr b="1"/>
            </a:pPr>
            <a:r>
              <a:t>Mechanism: "Single Line of Code" execution.</a:t>
            </a:r>
          </a:p>
          <a:p>
            <a:pPr>
              <a:defRPr b="1"/>
            </a:pPr>
            <a:r>
              <a:t>Differentiation: Goes beyond basic stats to include ML-driven insights (outlier detection, predictive power scores).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Significance of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Solving This Matters:</a:t>
            </a:r>
          </a:p>
          <a:p>
            <a:pPr>
              <a:defRPr b="1">
                <a:solidFill>
                  <a:srgbClr val="009999"/>
                </a:solidFill>
              </a:defRPr>
            </a:pPr>
            <a:r>
              <a:t>Productivity (Time = Money): </a:t>
            </a:r>
            <a:r>
              <a:rPr b="0">
                <a:solidFill>
                  <a:srgbClr val="323232"/>
                </a:solidFill>
              </a:rPr>
              <a:t>Reduces time-to-insight from days to minutes.</a:t>
            </a:r>
          </a:p>
          <a:p>
            <a:pPr>
              <a:defRPr b="1">
                <a:solidFill>
                  <a:srgbClr val="009999"/>
                </a:solidFill>
              </a:defRPr>
            </a:pPr>
            <a:r>
              <a:t>Reliability &amp; Standardization: </a:t>
            </a:r>
            <a:r>
              <a:rPr b="0">
                <a:solidFill>
                  <a:srgbClr val="323232"/>
                </a:solidFill>
              </a:rPr>
              <a:t>Enforces a rigorous 'Standard of Care'. No check is forgotten.</a:t>
            </a:r>
          </a:p>
          <a:p>
            <a:pPr>
              <a:defRPr b="1">
                <a:solidFill>
                  <a:srgbClr val="009999"/>
                </a:solidFill>
              </a:defRPr>
            </a:pPr>
            <a:r>
              <a:t>Democratization: </a:t>
            </a:r>
            <a:r>
              <a:rPr b="0">
                <a:solidFill>
                  <a:srgbClr val="323232"/>
                </a:solidFill>
              </a:rPr>
              <a:t>Produces presentation-ready reports for non-technical stakeholders.</a:t>
            </a:r>
          </a:p>
          <a:p>
            <a:pPr>
              <a:defRPr b="1">
                <a:solidFill>
                  <a:srgbClr val="009999"/>
                </a:solidFill>
              </a:defRPr>
            </a:pPr>
            <a:r>
              <a:t>Foundational Quality: </a:t>
            </a:r>
            <a:r>
              <a:rPr b="0">
                <a:solidFill>
                  <a:srgbClr val="323232"/>
                </a:solidFill>
              </a:rPr>
              <a:t>Better EDA = Better ML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Basis for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Industry Validation:</a:t>
            </a:r>
          </a:p>
          <a:p>
            <a:pPr lvl="1"/>
            <a:r>
              <a:t>• The rise of AutoML necessitates AutoEDA.</a:t>
            </a:r>
          </a:p>
          <a:p>
            <a:pPr lvl="1"/>
            <a:r>
              <a:t>• Existing tools (Pandas-Profiling) often crash on big data or lack deep analysis.</a:t>
            </a:r>
          </a:p>
          <a:p>
            <a:pPr>
              <a:spcBef>
                <a:spcPts val="2000"/>
              </a:spcBef>
              <a:defRPr b="1"/>
            </a:pPr>
            <a:r>
              <a:t>References:</a:t>
            </a:r>
          </a:p>
          <a:p>
            <a:pPr lvl="1">
              <a:defRPr sz="1400"/>
            </a:pPr>
            <a:r>
              <a:t>• Anaconda regarding State of Data Science</a:t>
            </a:r>
          </a:p>
          <a:p>
            <a:pPr lvl="1">
              <a:defRPr sz="1400"/>
            </a:pPr>
            <a:r>
              <a:t>• Forbes on Data Cleaning time costs</a:t>
            </a:r>
          </a:p>
          <a:p>
            <a:pPr lvl="1">
              <a:defRPr sz="1400"/>
            </a:pPr>
            <a:r>
              <a:t>• Tukey, J. W. (1977). Exploratory Data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High-Level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Ingest heterogeneous data sources (CSV, SQL, JSON) automatically.</a:t>
            </a:r>
          </a:p>
          <a:p>
            <a:pPr>
              <a:defRPr sz="2000"/>
            </a:pPr>
            <a:r>
              <a:t>• Detect data types and apply appropriate statistical, ML, and heuristic tests.</a:t>
            </a:r>
          </a:p>
          <a:p>
            <a:pPr>
              <a:defRPr sz="2000"/>
            </a:pPr>
            <a:r>
              <a:t>• Visualize complex relationships interactively without user code.</a:t>
            </a:r>
          </a:p>
          <a:p>
            <a:pPr>
              <a:defRPr sz="2000"/>
            </a:pPr>
            <a:r>
              <a:t>• Export self-contained, shareable reports (HTML/PDF).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